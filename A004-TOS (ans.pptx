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92DCC-9664-C274-EC32-C3CE2BFED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B969B24-5630-A155-891B-C139D7214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6276B3-1FAF-D03C-B1DB-937BFA2F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C5CCD4-12EF-2663-4EA4-7EEF6248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3EB19C-F97F-580B-38C5-E7603C52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6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61D9F-0032-7AD0-FD28-8620FFCB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647F11-BEC5-84DA-111C-39C4E9551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4B40E6-B059-1252-C7AA-ABCFF2D05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C6D443-0AFF-7867-6B7B-32DE3A63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D4FA38-8825-AE8E-3C29-F6589A72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0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70C3E-DB4D-16DB-88AC-D037D844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E651CA-351B-48B7-B57F-C8FA36C68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346CE2-7CC7-BA60-32BC-C8BDF7A0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B9FD05-763B-8B51-DD1A-B27F46EF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FAFF6B-B81C-A520-0659-79401B6A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7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DCDA-7ED4-B56A-2885-A1AB2CE8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5CFC1D-9335-10B9-72D1-F91CF0B00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3B6708-14CC-B191-4ABD-D7D75531F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1FA5B9-BCFF-43B7-0CA4-79DC6811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62B175-102C-DEEA-3D45-D4DEA097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8FBF12-FB0A-7A05-31A2-CDA662A7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703F40-847A-AA92-02B5-76F8B29C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EB1B1C-E5FE-D988-C398-F09E3F5F1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5AD6D8-D49E-1DEB-FA27-BAD95C63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BEEE27-BA47-6DDB-C886-567EC3BB8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710A37-C2FF-0AA3-0F6F-11CFD62A1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A9FA7B-0F1C-9904-CC54-CDFD15E8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E18917-7365-084C-9580-D4C93200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1D8584C-57D2-CEFB-BB33-58CF249D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92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A5388-957D-98A0-92DD-0ADE392D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6130F4-1FD3-7951-DF15-8266B5EA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3E56A0-9645-CB24-A50F-5588357A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DD290C-2F87-4861-B65A-0D7E8941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691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0AABE7-A6E8-0F05-B6DF-5A61C4EB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B33B72-3D72-6C58-569D-3F5C9841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1A748F-9D5D-5269-578D-C84F5504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1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596C9-BF4F-C82D-F8F8-01474C51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74DED-66D8-7C82-8FF3-F3A11E508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9C6EF5-CA06-6980-1066-ED1C44B42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E8644C-F2ED-4179-4CA3-ADB25650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4E524C-A41E-DB55-D01B-FF9EAA59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71ECEA-09D8-B55F-A5F5-0E67B17D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09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3A5B4-D927-D6DF-7B87-7F7C9238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9260F3-045B-2EA1-9BD5-54C4A8E90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C8C5F5-1DFF-03BF-4AF5-B8FC57B4A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BE801C-E94C-4032-BD9C-D2E05CB89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F8E2FB-63B6-9643-0F89-6C0C339E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C0CBD7-0839-C5B6-7073-DA6E0BA4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21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DB966-9B4C-587F-57DB-9CF7405B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0559C8-0053-51F1-5767-C85BDEB51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73EB31-2D26-FB27-EDCB-BCA0588E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1C4721-326D-422F-C565-BA94D15F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729D27-91DD-BB06-E4E3-8D5F5EF4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21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7A932D-5CCD-5561-E77F-DDEEC4F5B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D5A318-C3F5-B16C-EEC8-0E2FBC73A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7C11D6-B689-811F-6C78-896FDB72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04624-EFA1-22E5-EA01-BF39BA78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91B725-58E0-1A04-DEB4-ECF93B80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45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87A36-3B97-DE5F-A2C5-C3137C44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09DAA2-3035-A380-B45D-4EF709886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EE6450-9934-8F0E-5F3C-4A460D420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E4922-E27C-449D-B83B-2A2C40E183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6D820B-F4BF-94F6-452F-D7CD6A5BC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F115-6CFA-E672-83A9-DA845627A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A7D02-A3D2-45F6-B8BD-418BB1499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76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653F6-92E0-1EED-F7FA-BB95BEF93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/>
              <a:t>A004-TOS (ans.)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CD39CA-A2FE-953C-84A5-DF6CD5B316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 err="1"/>
              <a:t>Razakov</a:t>
            </a:r>
            <a:r>
              <a:rPr lang="en-US" dirty="0"/>
              <a:t> Damir CSC-24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FE735-8B23-A5EC-B94F-702916B0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Task-0000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6CCD52-ADE2-A7D4-CFEF-08C6A19728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pc can ping 192.168.0.1 (the router), but cannot ping google.com or open websites. This means the device can reach the network, but anything with a name (google.com) fails.</a:t>
            </a:r>
          </a:p>
          <a:p>
            <a:endParaRPr lang="en-US" dirty="0"/>
          </a:p>
          <a:p>
            <a:r>
              <a:rPr lang="en-US" dirty="0"/>
              <a:t>What is the most likely reason?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FB25F0-6CC5-FA87-C1BB-C5437BE8EA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problem with domain name development</a:t>
            </a:r>
            <a:r>
              <a:rPr lang="ru-RU" dirty="0"/>
              <a:t>(DNS)</a:t>
            </a:r>
          </a:p>
        </p:txBody>
      </p:sp>
    </p:spTree>
    <p:extLst>
      <p:ext uri="{BB962C8B-B14F-4D97-AF65-F5344CB8AC3E}">
        <p14:creationId xmlns:p14="http://schemas.microsoft.com/office/powerpoint/2010/main" val="416293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9AA90-9B12-2091-8D52-5A48C86D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52413B-279E-028B-E258-8B72C666C7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Two computers on the same network are using the same IP address. this usually happens when someone sets a static </a:t>
            </a:r>
            <a:r>
              <a:rPr lang="en-US" dirty="0" err="1"/>
              <a:t>ip</a:t>
            </a:r>
            <a:r>
              <a:rPr lang="en-US" dirty="0"/>
              <a:t> that already exists or </a:t>
            </a:r>
            <a:r>
              <a:rPr lang="en-US" dirty="0" err="1"/>
              <a:t>dhcp</a:t>
            </a:r>
            <a:r>
              <a:rPr lang="en-US" dirty="0"/>
              <a:t> gives the same address twice.</a:t>
            </a:r>
          </a:p>
          <a:p>
            <a:r>
              <a:rPr lang="en-US" dirty="0"/>
              <a:t>Explain what problems this creates and why it happens.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A9327E-8A24-7160-2BBE-01CB0D1163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two computers share the same IP address, it creates a network conflict, leading to unpredictable problems like dropped connections, inability to access the internet, or intermittent issues on both devices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076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A9A68-E93F-ED67-BD32-4F8AA513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Task-0002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B0073C-30B9-826D-283B-347316B2E4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wifi</a:t>
            </a:r>
            <a:r>
              <a:rPr lang="en-US" dirty="0"/>
              <a:t> signal shows full bars, but everything loads very slowly. The signal strength is good, so the problem is somewhere else.</a:t>
            </a:r>
          </a:p>
          <a:p>
            <a:endParaRPr lang="en-US" dirty="0"/>
          </a:p>
          <a:p>
            <a:r>
              <a:rPr lang="en-US" dirty="0"/>
              <a:t>Give me two possible reasons.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16117-962C-B242-1408-6CE6878A99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Two possible reasons for slow internet speed despite a strong Wi-Fi signal are a slow internet service provider (ISP) connection or network congestion due to many devices using the bandwidth simultaneously.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750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6BC7F-5A59-2187-BA06-27F231C5A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D4CE2F-A0FC-A42B-07A1-B99289A26F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device connects to the internet when using a cable, but cannot connect when using wi-fi at all. This means the internet connection is fine, but something about wireless connection is failing.</a:t>
            </a:r>
          </a:p>
          <a:p>
            <a:endParaRPr lang="en-US" dirty="0"/>
          </a:p>
          <a:p>
            <a:r>
              <a:rPr lang="en-US" dirty="0"/>
              <a:t>Identify what might be causing the issue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B635FE-FC72-13E0-28A4-D97C7A6213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issue is likely with the device's wireless network adapter or its associated drivers/settings.</a:t>
            </a:r>
          </a:p>
          <a:p>
            <a:r>
              <a:rPr lang="en-US" dirty="0"/>
              <a:t>A faulty or disabled Wi-Fi adapter</a:t>
            </a:r>
          </a:p>
          <a:p>
            <a:r>
              <a:rPr lang="en-US" dirty="0"/>
              <a:t>Outdated, corrupted, or incorrect network drivers</a:t>
            </a:r>
          </a:p>
          <a:p>
            <a:r>
              <a:rPr lang="en-US" dirty="0"/>
              <a:t>Incorrect network settings</a:t>
            </a:r>
          </a:p>
          <a:p>
            <a:r>
              <a:rPr lang="en-US" dirty="0"/>
              <a:t>Physical interference</a:t>
            </a:r>
          </a:p>
          <a:p>
            <a:r>
              <a:rPr lang="en-US" dirty="0"/>
              <a:t>The Wi-Fi function on the router may be turned off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2658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CC109-6B12-04B7-78D8-62BF6C27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38488B-A191-C9A8-0E9F-D40F8BE4C9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youtube</a:t>
            </a:r>
            <a:r>
              <a:rPr lang="en-US" dirty="0"/>
              <a:t> opens normally, but the university website does not load. The device clearly has internet access, so the problem is related to only some sites.</a:t>
            </a:r>
          </a:p>
          <a:p>
            <a:endParaRPr lang="en-US" dirty="0"/>
          </a:p>
          <a:p>
            <a:r>
              <a:rPr lang="en-US" dirty="0"/>
              <a:t>Explain why this situation can happen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14A71E-2831-E310-9D51-987BF5DE7F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This situation can occur for several reasons:</a:t>
            </a:r>
          </a:p>
          <a:p>
            <a:r>
              <a:rPr lang="en-US" dirty="0"/>
              <a:t>DNS issues</a:t>
            </a:r>
          </a:p>
          <a:p>
            <a:r>
              <a:rPr lang="en-US" dirty="0"/>
              <a:t>Blocking or filtering</a:t>
            </a:r>
          </a:p>
          <a:p>
            <a:r>
              <a:rPr lang="en-US" dirty="0"/>
              <a:t>Problems with the website itself</a:t>
            </a:r>
          </a:p>
          <a:p>
            <a:r>
              <a:rPr lang="en-US" dirty="0"/>
              <a:t>Specific proxy or firewall settings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413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15BB0-1100-44DB-B5A1-CDBA84FE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Task-0005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957759-C725-C10C-3AB7-8CBF1714E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laptop shows “connected, secured” on </a:t>
            </a:r>
            <a:r>
              <a:rPr lang="en-US" dirty="0" err="1"/>
              <a:t>wifi</a:t>
            </a:r>
            <a:r>
              <a:rPr lang="en-US" dirty="0"/>
              <a:t>,</a:t>
            </a:r>
          </a:p>
          <a:p>
            <a:r>
              <a:rPr lang="en-US" dirty="0"/>
              <a:t>but every website shows no internet. You try pinging 8.8.8.8 and it fails.</a:t>
            </a:r>
          </a:p>
          <a:p>
            <a:endParaRPr lang="en-US" dirty="0"/>
          </a:p>
          <a:p>
            <a:r>
              <a:rPr lang="en-US" dirty="0"/>
              <a:t>Explain what might be causing this problem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96DDA6-2BD7-6235-EA7E-DF39D39284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problem is likely caused by an issue with the Internet Service Provider (ISP) or the modem/router connection to the internet, not the local Wi-Fi connection itself.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21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4ABE8-F7F4-95B7-68A6-5741FB25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Task-0006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4E77A0-C283-DADB-1E14-860D2CA0F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you can open Google, </a:t>
            </a:r>
            <a:r>
              <a:rPr lang="en-US" dirty="0" err="1"/>
              <a:t>youtube</a:t>
            </a:r>
            <a:r>
              <a:rPr lang="en-US" dirty="0"/>
              <a:t>, and </a:t>
            </a:r>
            <a:r>
              <a:rPr lang="en-US" dirty="0" err="1"/>
              <a:t>gmail</a:t>
            </a:r>
            <a:r>
              <a:rPr lang="en-US" dirty="0"/>
              <a:t>, but WhatsApp web and Instagram do not load. Other devices on the same </a:t>
            </a:r>
            <a:r>
              <a:rPr lang="en-US" dirty="0" err="1"/>
              <a:t>wifi</a:t>
            </a:r>
            <a:r>
              <a:rPr lang="en-US" dirty="0"/>
              <a:t> work normally.</a:t>
            </a:r>
          </a:p>
          <a:p>
            <a:endParaRPr lang="en-US" dirty="0"/>
          </a:p>
          <a:p>
            <a:r>
              <a:rPr lang="en-US" dirty="0"/>
              <a:t>Give the most likely reason why only some services are failing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5A02C8-4203-A9EE-6593-EDF5951587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There may be a specific configuration issue on the user's device that is blocking or interfering with the network traffic for WhatsApp web and Instagram, such as a software firewall setting, a browser extension, a hosts file entry, or a VPN/proxy setting.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1270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DE3ED-7078-7FD5-B7C7-AB10A34F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Task-0007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38099D-364C-164E-342B-4AD7C086A1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computers are on the same network. The printer is connected to </a:t>
            </a:r>
            <a:r>
              <a:rPr lang="en-US" dirty="0" err="1"/>
              <a:t>wifi</a:t>
            </a:r>
            <a:r>
              <a:rPr lang="en-US" dirty="0"/>
              <a:t> but shows offline for everyone. The printer’s IP address also cannot be pinged.</a:t>
            </a:r>
          </a:p>
          <a:p>
            <a:endParaRPr lang="en-US" dirty="0"/>
          </a:p>
          <a:p>
            <a:r>
              <a:rPr lang="en-US" dirty="0"/>
              <a:t>Explain two possible causes of why the printer becomes unreachable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115CBD-3BB8-A558-71DF-FAB92F9812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There are two possible reasons why the printer is unavailable.</a:t>
            </a:r>
          </a:p>
          <a:p>
            <a:endParaRPr lang="en-US" dirty="0"/>
          </a:p>
          <a:p>
            <a:r>
              <a:rPr lang="en-US" dirty="0"/>
              <a:t>A problem with the printer's network connection.</a:t>
            </a:r>
          </a:p>
          <a:p>
            <a:endParaRPr lang="en-US" dirty="0"/>
          </a:p>
          <a:p>
            <a:r>
              <a:rPr lang="en-US" dirty="0"/>
              <a:t>Firewall or network isolation configuration.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8413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96453-E477-F52B-AE44-EEC15DA6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Task-0008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6E750B-C6F9-953F-A4A4-55F16B1925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Five computers can share files with each other, but none of them can access the internet. Internal communication works, external communication fails.</a:t>
            </a:r>
          </a:p>
          <a:p>
            <a:endParaRPr lang="en-US" dirty="0"/>
          </a:p>
          <a:p>
            <a:r>
              <a:rPr lang="en-US" dirty="0"/>
              <a:t>Explain what device or configuration might be the problem.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68F603-511C-5BB2-9F90-082A7CF0D2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router or its configuration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1085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2AE3B9-2519-AAD4-3EBA-CD8FD290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Task-0009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900AF9-3091-B325-A08F-1AD525B607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Wifi</a:t>
            </a:r>
            <a:r>
              <a:rPr lang="en-US" dirty="0"/>
              <a:t> works normally for the entire house, but one phone is extremely slow or disconnects often. All other devices have full speed.</a:t>
            </a:r>
          </a:p>
          <a:p>
            <a:endParaRPr lang="en-US" dirty="0"/>
          </a:p>
          <a:p>
            <a:r>
              <a:rPr lang="en-US" dirty="0"/>
              <a:t>Explain what could cause only one device to have poor network performance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05F258-CC78-762B-E753-8C587F9B59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Numerous factors can cause one device to have poor network performance while others work normally.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05985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678</Words>
  <Application>Microsoft Office PowerPoint</Application>
  <PresentationFormat>Широкоэкранный</PresentationFormat>
  <Paragraphs>65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A004-TOS (ans.)</vt:lpstr>
      <vt:lpstr>Task-0000</vt:lpstr>
      <vt:lpstr>Task-0001</vt:lpstr>
      <vt:lpstr>Task-0002</vt:lpstr>
      <vt:lpstr>Task-0003</vt:lpstr>
      <vt:lpstr>Task-0004</vt:lpstr>
      <vt:lpstr>Task-0005</vt:lpstr>
      <vt:lpstr>Task-0006</vt:lpstr>
      <vt:lpstr>Task-0007</vt:lpstr>
      <vt:lpstr>Task-0008</vt:lpstr>
      <vt:lpstr>Task-0009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1</cp:revision>
  <dcterms:created xsi:type="dcterms:W3CDTF">2025-11-27T12:00:59Z</dcterms:created>
  <dcterms:modified xsi:type="dcterms:W3CDTF">2025-11-27T14:14:36Z</dcterms:modified>
</cp:coreProperties>
</file>